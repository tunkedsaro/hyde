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60" r:id="rId22"/>
    <p:sldId id="2147481459" r:id="rId23"/>
    <p:sldId id="2147481462" r:id="rId24"/>
    <p:sldId id="2147481455" r:id="rId25"/>
    <p:sldId id="2147481457" r:id="rId26"/>
    <p:sldId id="2147481461" r:id="rId27"/>
    <p:sldId id="2147481458" r:id="rId28"/>
    <p:sldId id="2147481454" r:id="rId29"/>
    <p:sldId id="2147481456" r:id="rId30"/>
    <p:sldId id="2147481453" r:id="rId31"/>
    <p:sldId id="2147481452" r:id="rId32"/>
    <p:sldId id="2147481446" r:id="rId33"/>
    <p:sldId id="2147481449" r:id="rId34"/>
    <p:sldId id="2147481448" r:id="rId35"/>
    <p:sldId id="2147481447" r:id="rId36"/>
    <p:sldId id="2147481451" r:id="rId37"/>
    <p:sldId id="2147481450" r:id="rId38"/>
    <p:sldId id="2147481445" r:id="rId39"/>
    <p:sldId id="2147481413" r:id="rId40"/>
    <p:sldId id="2147481419" r:id="rId41"/>
    <p:sldId id="2147481427" r:id="rId42"/>
    <p:sldId id="2147481422" r:id="rId43"/>
    <p:sldId id="2147481423" r:id="rId44"/>
    <p:sldId id="2147481425" r:id="rId45"/>
    <p:sldId id="2147481426" r:id="rId46"/>
    <p:sldId id="2147481429" r:id="rId47"/>
    <p:sldId id="2147481428" r:id="rId48"/>
    <p:sldId id="2147481430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71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8" y="114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19A5B5-760B-8D42-7D3E-C547E87F9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4221</TotalTime>
  <Words>1759</Words>
  <Application>Microsoft Office PowerPoint</Application>
  <PresentationFormat>Widescreen</PresentationFormat>
  <Paragraphs>490</Paragraphs>
  <Slides>48</Slides>
  <Notes>7</Notes>
  <HiddenSlides>11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Tue,100226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41</cp:revision>
  <dcterms:created xsi:type="dcterms:W3CDTF">2026-01-29T03:40:55Z</dcterms:created>
  <dcterms:modified xsi:type="dcterms:W3CDTF">2026-02-10T03:21:43Z</dcterms:modified>
</cp:coreProperties>
</file>