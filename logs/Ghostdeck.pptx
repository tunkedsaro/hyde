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147481407" r:id="rId2"/>
    <p:sldId id="2147481397" r:id="rId3"/>
    <p:sldId id="257" r:id="rId4"/>
    <p:sldId id="2147481409" r:id="rId5"/>
    <p:sldId id="2147481415" r:id="rId6"/>
    <p:sldId id="2147481414" r:id="rId7"/>
    <p:sldId id="2147481410" r:id="rId8"/>
    <p:sldId id="2147481411" r:id="rId9"/>
    <p:sldId id="2147481412" r:id="rId10"/>
    <p:sldId id="214748141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>
        <p:scale>
          <a:sx n="75" d="100"/>
          <a:sy n="75" d="100"/>
        </p:scale>
        <p:origin x="1662" y="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ED5659-5C02-E144-8DDA-FBCFBA26F6C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1918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5.jpe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052576"/>
            <a:ext cx="11820525" cy="157645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br>
              <a:rPr lang="en-US" sz="1100" b="1" dirty="0">
                <a:solidFill>
                  <a:srgbClr val="509BCA"/>
                </a:solidFill>
              </a:rPr>
            </a:br>
            <a:r>
              <a:rPr lang="en-US" sz="1100" b="1" dirty="0">
                <a:solidFill>
                  <a:srgbClr val="509BCA"/>
                </a:solidFill>
              </a:rPr>
              <a:t>-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br>
              <a:rPr lang="en-US" sz="1100" b="1" dirty="0">
                <a:solidFill>
                  <a:srgbClr val="509BCA"/>
                </a:solidFill>
              </a:rPr>
            </a:br>
            <a:r>
              <a:rPr lang="en-US" sz="1100" b="1" dirty="0">
                <a:solidFill>
                  <a:srgbClr val="509BCA"/>
                </a:solidFill>
              </a:rPr>
              <a:t>-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br>
              <a:rPr lang="en-US" sz="1100" b="1" dirty="0">
                <a:solidFill>
                  <a:srgbClr val="509BCA"/>
                </a:solidFill>
              </a:rPr>
            </a:br>
            <a:r>
              <a:rPr lang="en-US" sz="1100" b="1" dirty="0">
                <a:solidFill>
                  <a:srgbClr val="509BCA"/>
                </a:solidFill>
              </a:rPr>
              <a:t>https://hyderecomment-service-v1-1-0-du7yhkyaqq-as.a.run.app/docs#/</a:t>
            </a:r>
            <a:endParaRPr lang="en-US" sz="1100" dirty="0">
              <a:solidFill>
                <a:srgbClr val="509BCA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BDB2C-E3A9-0EED-3BA3-932D5D282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AA213B73-F7D8-F52C-701E-0D26D6539A3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213B73-F7D8-F52C-701E-0D26D6539A3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D9088F30-1FF1-78F6-3010-6A1F990F1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 err="1">
                <a:cs typeface="Poppins Light"/>
              </a:rPr>
              <a:t>CVResume</a:t>
            </a:r>
            <a:r>
              <a:rPr lang="en-US" sz="2400" dirty="0">
                <a:cs typeface="Poppins Light"/>
              </a:rPr>
              <a:t> evaluation</a:t>
            </a:r>
            <a:r>
              <a:rPr lang="en-TH" sz="2400" dirty="0"/>
              <a:t> – System Overview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FFC275-3C2B-541A-77D0-336DA224C340}"/>
              </a:ext>
            </a:extLst>
          </p:cNvPr>
          <p:cNvSpPr txBox="1"/>
          <p:nvPr/>
        </p:nvSpPr>
        <p:spPr>
          <a:xfrm>
            <a:off x="10660566" y="691376"/>
            <a:ext cx="0" cy="0"/>
          </a:xfrm>
          <a:prstGeom prst="rect">
            <a:avLst/>
          </a:prstGeom>
          <a:noFill/>
          <a:ln w="9525" cap="rnd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199E32-DCF5-FF34-2C82-96CF100874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360" y="1255041"/>
            <a:ext cx="10049256" cy="51123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02D24FE-8E81-509E-B53D-FB756ACCB0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871" y="1255041"/>
            <a:ext cx="252000" cy="234320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77ED74-B387-4297-0AE7-9032B886E3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4063" y="1926001"/>
            <a:ext cx="252000" cy="234320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5455C0-9875-BCCD-E0EC-0666C509F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6071" y="4255035"/>
            <a:ext cx="252000" cy="23432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79492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EA36BBA1-60FA-367C-D6A1-1547844C931D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266F0899-DF10-6E1F-1295-2D66956D62A2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051558" y="32009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64095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051558" y="38590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051558" y="25428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2861071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300019" y="34286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E2D98E8-444E-7DFD-392E-1F861A81B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0308" y="1800225"/>
            <a:ext cx="5723887" cy="30768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5AC5D7-8511-DAA8-1E85-428AB1AC8265}"/>
              </a:ext>
            </a:extLst>
          </p:cNvPr>
          <p:cNvSpPr/>
          <p:nvPr/>
        </p:nvSpPr>
        <p:spPr>
          <a:xfrm>
            <a:off x="6929438" y="3700162"/>
            <a:ext cx="4614862" cy="76500"/>
          </a:xfrm>
          <a:prstGeom prst="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4BDAD5-8673-0253-8162-BFA3054FCBBA}"/>
              </a:ext>
            </a:extLst>
          </p:cNvPr>
          <p:cNvSpPr/>
          <p:nvPr/>
        </p:nvSpPr>
        <p:spPr>
          <a:xfrm>
            <a:off x="6929438" y="3790648"/>
            <a:ext cx="4614862" cy="76500"/>
          </a:xfrm>
          <a:prstGeom prst="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BAA42B-0222-DDA8-2245-CEDC86094D83}"/>
              </a:ext>
            </a:extLst>
          </p:cNvPr>
          <p:cNvSpPr/>
          <p:nvPr/>
        </p:nvSpPr>
        <p:spPr>
          <a:xfrm>
            <a:off x="6929438" y="4778807"/>
            <a:ext cx="4614862" cy="76500"/>
          </a:xfrm>
          <a:prstGeom prst="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85530AE8-26F7-8AFE-CF8F-1AB5E61647C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050" y="1924050"/>
            <a:ext cx="1581150" cy="1581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2350" y="1924050"/>
            <a:ext cx="1581150" cy="1581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1275" y="4042476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9700" y="4960910"/>
            <a:ext cx="2717800" cy="1528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5435" y="2009775"/>
            <a:ext cx="2506133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6950" y="1411463"/>
            <a:ext cx="2190750" cy="219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3150" y="4042476"/>
            <a:ext cx="3457575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6872929-39B9-892D-5991-8948804BC13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223BB-B7F4-1145-9B08-A8711D8C7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202536"/>
            <a:ext cx="9486900" cy="5109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7A136EA-C5EA-5833-72E4-BA4A3228623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7048500" y="34286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8D53E916-6BBD-94F9-A134-CF6B0ECF18F2}"/>
              </a:ext>
            </a:extLst>
          </p:cNvPr>
          <p:cNvGrpSpPr/>
          <p:nvPr/>
        </p:nvGrpSpPr>
        <p:grpSpPr>
          <a:xfrm>
            <a:off x="1188560" y="1800225"/>
            <a:ext cx="5723887" cy="3076813"/>
            <a:chOff x="5860308" y="1800225"/>
            <a:chExt cx="5723887" cy="307681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B29FAF-FE48-CDD9-9DD8-A5C6D1C61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60308" y="1800225"/>
              <a:ext cx="5723887" cy="3076813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C68DA45-2DB8-7744-E344-D58778B27300}"/>
                </a:ext>
              </a:extLst>
            </p:cNvPr>
            <p:cNvSpPr/>
            <p:nvPr/>
          </p:nvSpPr>
          <p:spPr>
            <a:xfrm>
              <a:off x="6929438" y="3700162"/>
              <a:ext cx="4614862" cy="76500"/>
            </a:xfrm>
            <a:prstGeom prst="rect">
              <a:avLst/>
            </a:prstGeom>
            <a:solidFill>
              <a:srgbClr val="FF0000">
                <a:alpha val="31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9A97278-AB6B-08C8-10E7-1E4926B6589E}"/>
                </a:ext>
              </a:extLst>
            </p:cNvPr>
            <p:cNvSpPr/>
            <p:nvPr/>
          </p:nvSpPr>
          <p:spPr>
            <a:xfrm>
              <a:off x="6929438" y="3790648"/>
              <a:ext cx="4614862" cy="76500"/>
            </a:xfrm>
            <a:prstGeom prst="rect">
              <a:avLst/>
            </a:prstGeom>
            <a:solidFill>
              <a:srgbClr val="FF0000">
                <a:alpha val="31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EF0871-D433-0F11-7A38-454089B4885B}"/>
                </a:ext>
              </a:extLst>
            </p:cNvPr>
            <p:cNvSpPr/>
            <p:nvPr/>
          </p:nvSpPr>
          <p:spPr>
            <a:xfrm>
              <a:off x="6929438" y="4778807"/>
              <a:ext cx="4614862" cy="76500"/>
            </a:xfrm>
            <a:prstGeom prst="rect">
              <a:avLst/>
            </a:prstGeom>
            <a:solidFill>
              <a:srgbClr val="FF0000">
                <a:alpha val="31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95" y="1800226"/>
            <a:ext cx="2966135" cy="3076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23339B1E-FBAE-1A23-08E0-16CDAE270233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313C2740-DA31-6C1E-42EB-5F89FCF4E329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BigDATAwire - Data Science • AI • Advanced Analytics">
            <a:extLst>
              <a:ext uri="{FF2B5EF4-FFF2-40B4-BE49-F238E27FC236}">
                <a16:creationId xmlns:a16="http://schemas.microsoft.com/office/drawing/2014/main" id="{3248828E-78E4-F1FE-FBAD-B6357E51BB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2808" y="3013814"/>
            <a:ext cx="1335100" cy="847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213556"/>
            <a:ext cx="11233150" cy="430887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2800" b="1" dirty="0"/>
              <a:t>SMT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153</Words>
  <Application>Microsoft Office PowerPoint</Application>
  <PresentationFormat>Widescreen</PresentationFormat>
  <Paragraphs>40</Paragraphs>
  <Slides>10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Poppins Light</vt:lpstr>
      <vt:lpstr>Office Theme</vt:lpstr>
      <vt:lpstr>think-cell Slide</vt:lpstr>
      <vt:lpstr>PowerPoint Presentation</vt:lpstr>
      <vt:lpstr>CVResume evaluation – System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2601290000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5</cp:revision>
  <dcterms:created xsi:type="dcterms:W3CDTF">2026-01-29T03:40:55Z</dcterms:created>
  <dcterms:modified xsi:type="dcterms:W3CDTF">2026-01-29T08:27:01Z</dcterms:modified>
</cp:coreProperties>
</file>