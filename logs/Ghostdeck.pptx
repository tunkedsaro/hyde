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65" r:id="rId24"/>
    <p:sldId id="2147481464" r:id="rId25"/>
    <p:sldId id="2147481463" r:id="rId26"/>
    <p:sldId id="2147481462" r:id="rId27"/>
    <p:sldId id="2147481455" r:id="rId28"/>
    <p:sldId id="2147481457" r:id="rId29"/>
    <p:sldId id="2147481461" r:id="rId30"/>
    <p:sldId id="2147481458" r:id="rId31"/>
    <p:sldId id="2147481454" r:id="rId32"/>
    <p:sldId id="2147481456" r:id="rId33"/>
    <p:sldId id="2147481453" r:id="rId34"/>
    <p:sldId id="2147481452" r:id="rId35"/>
    <p:sldId id="2147481446" r:id="rId36"/>
    <p:sldId id="2147481449" r:id="rId37"/>
    <p:sldId id="2147481448" r:id="rId38"/>
    <p:sldId id="2147481447" r:id="rId39"/>
    <p:sldId id="2147481451" r:id="rId40"/>
    <p:sldId id="2147481450" r:id="rId41"/>
    <p:sldId id="2147481445" r:id="rId42"/>
    <p:sldId id="2147481413" r:id="rId43"/>
    <p:sldId id="2147481419" r:id="rId44"/>
    <p:sldId id="2147481427" r:id="rId45"/>
    <p:sldId id="2147481422" r:id="rId46"/>
    <p:sldId id="2147481423" r:id="rId47"/>
    <p:sldId id="2147481425" r:id="rId48"/>
    <p:sldId id="2147481426" r:id="rId49"/>
    <p:sldId id="2147481429" r:id="rId50"/>
    <p:sldId id="2147481428" r:id="rId51"/>
    <p:sldId id="214748143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36" d="100"/>
          <a:sy n="36" d="100"/>
        </p:scale>
        <p:origin x="66" y="14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DA25E-1953-45CF-C8FF-A0A22407F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4224</TotalTime>
  <Words>1786</Words>
  <Application>Microsoft Office PowerPoint</Application>
  <PresentationFormat>Widescreen</PresentationFormat>
  <Paragraphs>493</Paragraphs>
  <Slides>51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1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43</cp:revision>
  <dcterms:created xsi:type="dcterms:W3CDTF">2026-01-29T03:40:55Z</dcterms:created>
  <dcterms:modified xsi:type="dcterms:W3CDTF">2026-02-10T11:03:19Z</dcterms:modified>
</cp:coreProperties>
</file>