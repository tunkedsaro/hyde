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52" r:id="rId22"/>
    <p:sldId id="2147481446" r:id="rId23"/>
    <p:sldId id="2147481449" r:id="rId24"/>
    <p:sldId id="2147481448" r:id="rId25"/>
    <p:sldId id="2147481447" r:id="rId26"/>
    <p:sldId id="2147481451" r:id="rId27"/>
    <p:sldId id="2147481450" r:id="rId28"/>
    <p:sldId id="2147481445" r:id="rId29"/>
    <p:sldId id="2147481413" r:id="rId30"/>
    <p:sldId id="2147481419" r:id="rId31"/>
    <p:sldId id="2147481427" r:id="rId32"/>
    <p:sldId id="2147481422" r:id="rId33"/>
    <p:sldId id="2147481423" r:id="rId34"/>
    <p:sldId id="2147481425" r:id="rId35"/>
    <p:sldId id="2147481426" r:id="rId36"/>
    <p:sldId id="2147481429" r:id="rId37"/>
    <p:sldId id="2147481428" r:id="rId38"/>
    <p:sldId id="214748143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Team stand up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Align </a:t>
            </a:r>
            <a:r>
              <a:rPr lang="en-US" sz="2000" dirty="0" err="1"/>
              <a:t>CVEvaluation</a:t>
            </a:r>
            <a:r>
              <a:rPr lang="en-US" sz="2000" dirty="0"/>
              <a:t> QA  with </a:t>
            </a:r>
            <a:r>
              <a:rPr lang="en-US" sz="2000" dirty="0" err="1"/>
              <a:t>P’bloom</a:t>
            </a:r>
            <a:endParaRPr lang="en-US" sz="2000" dirty="0"/>
          </a:p>
          <a:p>
            <a:pPr lvl="1"/>
            <a:r>
              <a:rPr lang="en-US" sz="2000" dirty="0"/>
              <a:t>Align Feed </a:t>
            </a:r>
            <a:r>
              <a:rPr lang="en-US" sz="2000" dirty="0" err="1"/>
              <a:t>recommentdation</a:t>
            </a:r>
            <a:r>
              <a:rPr lang="en-US" sz="2000" dirty="0"/>
              <a:t> (*pipeline with flowchart)</a:t>
            </a:r>
          </a:p>
          <a:p>
            <a:pPr lvl="2"/>
            <a:r>
              <a:rPr lang="en-US" sz="1600" dirty="0"/>
              <a:t>Functions/core/subscore.py</a:t>
            </a:r>
          </a:p>
          <a:p>
            <a:pPr lvl="2"/>
            <a:r>
              <a:rPr lang="en-US" sz="1600" dirty="0"/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Update Embedding vector with shin format style</a:t>
            </a:r>
          </a:p>
          <a:p>
            <a:pPr lvl="1"/>
            <a:r>
              <a:rPr lang="en-US" sz="2000" dirty="0"/>
              <a:t>Develop pipeline to bundle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3054</TotalTime>
  <Words>1457</Words>
  <Application>Microsoft Office PowerPoint</Application>
  <PresentationFormat>Widescreen</PresentationFormat>
  <Paragraphs>445</Paragraphs>
  <Slides>38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33</cp:revision>
  <dcterms:created xsi:type="dcterms:W3CDTF">2026-01-29T03:40:55Z</dcterms:created>
  <dcterms:modified xsi:type="dcterms:W3CDTF">2026-02-05T05:16:19Z</dcterms:modified>
</cp:coreProperties>
</file>